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2" r:id="rId7"/>
    <p:sldId id="263" r:id="rId8"/>
    <p:sldId id="266" r:id="rId9"/>
    <p:sldId id="265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>
        <p:scale>
          <a:sx n="50" d="100"/>
          <a:sy n="50" d="100"/>
        </p:scale>
        <p:origin x="960" y="715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12" name="Прямоугольник 11"/>
          <p:cNvSpPr/>
          <p:nvPr userDrawn="1"/>
        </p:nvSpPr>
        <p:spPr>
          <a:xfrm>
            <a:off x="4854698" y="634674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chemeClr val="bg2">
                    <a:lumMod val="25000"/>
                  </a:schemeClr>
                </a:solidFill>
              </a:rPr>
              <a:t>presentation-creation.ru</a:t>
            </a:r>
            <a:endParaRPr lang="ru-RU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r>
              <a:rPr lang="en-US"/>
              <a:t>presentation-creation.ru</a:t>
            </a:r>
            <a:endParaRPr lang="ru-RU" dirty="0"/>
          </a:p>
        </p:txBody>
      </p:sp>
      <p:sp>
        <p:nvSpPr>
          <p:cNvPr id="16" name="Google Shape;22;p3"/>
          <p:cNvSpPr/>
          <p:nvPr userDrawn="1"/>
        </p:nvSpPr>
        <p:spPr>
          <a:xfrm rot="10516523" flipH="1">
            <a:off x="7001022" y="6109468"/>
            <a:ext cx="6478482" cy="2167837"/>
          </a:xfrm>
          <a:custGeom>
            <a:avLst/>
            <a:gdLst>
              <a:gd name="connsiteX0" fmla="*/ 73424 w 73424"/>
              <a:gd name="connsiteY0" fmla="*/ 0 h 31457"/>
              <a:gd name="connsiteX1" fmla="*/ 60785 w 73424"/>
              <a:gd name="connsiteY1" fmla="*/ 24597 h 31457"/>
              <a:gd name="connsiteX2" fmla="*/ 24778 w 73424"/>
              <a:gd name="connsiteY2" fmla="*/ 25788 h 31457"/>
              <a:gd name="connsiteX3" fmla="*/ 0 w 73424"/>
              <a:gd name="connsiteY3" fmla="*/ 18035 h 31457"/>
              <a:gd name="connsiteX0-1" fmla="*/ 73424 w 73424"/>
              <a:gd name="connsiteY0-2" fmla="*/ 0 h 31457"/>
              <a:gd name="connsiteX1-3" fmla="*/ 58067 w 73424"/>
              <a:gd name="connsiteY1-4" fmla="*/ 19389 h 31457"/>
              <a:gd name="connsiteX2-5" fmla="*/ 24778 w 73424"/>
              <a:gd name="connsiteY2-6" fmla="*/ 25788 h 31457"/>
              <a:gd name="connsiteX3-7" fmla="*/ 0 w 73424"/>
              <a:gd name="connsiteY3-8" fmla="*/ 18035 h 31457"/>
              <a:gd name="connsiteX0-9" fmla="*/ 73424 w 73424"/>
              <a:gd name="connsiteY0-10" fmla="*/ 0 h 29376"/>
              <a:gd name="connsiteX1-11" fmla="*/ 58067 w 73424"/>
              <a:gd name="connsiteY1-12" fmla="*/ 19389 h 29376"/>
              <a:gd name="connsiteX2-13" fmla="*/ 24778 w 73424"/>
              <a:gd name="connsiteY2-14" fmla="*/ 25788 h 29376"/>
              <a:gd name="connsiteX3-15" fmla="*/ 16974 w 73424"/>
              <a:gd name="connsiteY3-16" fmla="*/ 29025 h 29376"/>
              <a:gd name="connsiteX4" fmla="*/ 0 w 73424"/>
              <a:gd name="connsiteY4" fmla="*/ 18035 h 29376"/>
              <a:gd name="connsiteX0-17" fmla="*/ 67041 w 67041"/>
              <a:gd name="connsiteY0-18" fmla="*/ 0 h 29376"/>
              <a:gd name="connsiteX1-19" fmla="*/ 51684 w 67041"/>
              <a:gd name="connsiteY1-20" fmla="*/ 19389 h 29376"/>
              <a:gd name="connsiteX2-21" fmla="*/ 18395 w 67041"/>
              <a:gd name="connsiteY2-22" fmla="*/ 25788 h 29376"/>
              <a:gd name="connsiteX3-23" fmla="*/ 10591 w 67041"/>
              <a:gd name="connsiteY3-24" fmla="*/ 29025 h 29376"/>
              <a:gd name="connsiteX4-25" fmla="*/ 0 w 67041"/>
              <a:gd name="connsiteY4-26" fmla="*/ 10502 h 29376"/>
              <a:gd name="connsiteX0-27" fmla="*/ 67041 w 67041"/>
              <a:gd name="connsiteY0-28" fmla="*/ 0 h 27223"/>
              <a:gd name="connsiteX1-29" fmla="*/ 51684 w 67041"/>
              <a:gd name="connsiteY1-30" fmla="*/ 19389 h 27223"/>
              <a:gd name="connsiteX2-31" fmla="*/ 18395 w 67041"/>
              <a:gd name="connsiteY2-32" fmla="*/ 25788 h 27223"/>
              <a:gd name="connsiteX3-33" fmla="*/ 10214 w 67041"/>
              <a:gd name="connsiteY3-34" fmla="*/ 26197 h 27223"/>
              <a:gd name="connsiteX4-35" fmla="*/ 0 w 67041"/>
              <a:gd name="connsiteY4-36" fmla="*/ 10502 h 27223"/>
              <a:gd name="connsiteX0-37" fmla="*/ 67041 w 67041"/>
              <a:gd name="connsiteY0-38" fmla="*/ 0 h 28127"/>
              <a:gd name="connsiteX1-39" fmla="*/ 51684 w 67041"/>
              <a:gd name="connsiteY1-40" fmla="*/ 19389 h 28127"/>
              <a:gd name="connsiteX2-41" fmla="*/ 20086 w 67041"/>
              <a:gd name="connsiteY2-42" fmla="*/ 27221 h 28127"/>
              <a:gd name="connsiteX3-43" fmla="*/ 10214 w 67041"/>
              <a:gd name="connsiteY3-44" fmla="*/ 26197 h 28127"/>
              <a:gd name="connsiteX4-45" fmla="*/ 0 w 67041"/>
              <a:gd name="connsiteY4-46" fmla="*/ 10502 h 28127"/>
              <a:gd name="connsiteX0-47" fmla="*/ 67041 w 67041"/>
              <a:gd name="connsiteY0-48" fmla="*/ 0 h 27915"/>
              <a:gd name="connsiteX1-49" fmla="*/ 51684 w 67041"/>
              <a:gd name="connsiteY1-50" fmla="*/ 19389 h 27915"/>
              <a:gd name="connsiteX2-51" fmla="*/ 20086 w 67041"/>
              <a:gd name="connsiteY2-52" fmla="*/ 27221 h 27915"/>
              <a:gd name="connsiteX3-53" fmla="*/ 10984 w 67041"/>
              <a:gd name="connsiteY3-54" fmla="*/ 25133 h 27915"/>
              <a:gd name="connsiteX4-55" fmla="*/ 0 w 67041"/>
              <a:gd name="connsiteY4-56" fmla="*/ 10502 h 27915"/>
              <a:gd name="connsiteX0-57" fmla="*/ 67041 w 67041"/>
              <a:gd name="connsiteY0-58" fmla="*/ 0 h 27915"/>
              <a:gd name="connsiteX1-59" fmla="*/ 43220 w 67041"/>
              <a:gd name="connsiteY1-60" fmla="*/ 6935 h 27915"/>
              <a:gd name="connsiteX2-61" fmla="*/ 20086 w 67041"/>
              <a:gd name="connsiteY2-62" fmla="*/ 27221 h 27915"/>
              <a:gd name="connsiteX3-63" fmla="*/ 10984 w 67041"/>
              <a:gd name="connsiteY3-64" fmla="*/ 25133 h 27915"/>
              <a:gd name="connsiteX4-65" fmla="*/ 0 w 67041"/>
              <a:gd name="connsiteY4-66" fmla="*/ 10502 h 27915"/>
              <a:gd name="connsiteX0-67" fmla="*/ 60570 w 60570"/>
              <a:gd name="connsiteY0-68" fmla="*/ 0 h 30097"/>
              <a:gd name="connsiteX1-69" fmla="*/ 43220 w 60570"/>
              <a:gd name="connsiteY1-70" fmla="*/ 9117 h 30097"/>
              <a:gd name="connsiteX2-71" fmla="*/ 20086 w 60570"/>
              <a:gd name="connsiteY2-72" fmla="*/ 29403 h 30097"/>
              <a:gd name="connsiteX3-73" fmla="*/ 10984 w 60570"/>
              <a:gd name="connsiteY3-74" fmla="*/ 27315 h 30097"/>
              <a:gd name="connsiteX4-75" fmla="*/ 0 w 60570"/>
              <a:gd name="connsiteY4-76" fmla="*/ 12684 h 30097"/>
              <a:gd name="connsiteX0-77" fmla="*/ 60570 w 60570"/>
              <a:gd name="connsiteY0-78" fmla="*/ 0 h 27454"/>
              <a:gd name="connsiteX1-79" fmla="*/ 43220 w 60570"/>
              <a:gd name="connsiteY1-80" fmla="*/ 9117 h 27454"/>
              <a:gd name="connsiteX2-81" fmla="*/ 24939 w 60570"/>
              <a:gd name="connsiteY2-82" fmla="*/ 18567 h 27454"/>
              <a:gd name="connsiteX3-83" fmla="*/ 10984 w 60570"/>
              <a:gd name="connsiteY3-84" fmla="*/ 27315 h 27454"/>
              <a:gd name="connsiteX4-85" fmla="*/ 0 w 60570"/>
              <a:gd name="connsiteY4-86" fmla="*/ 12684 h 27454"/>
              <a:gd name="connsiteX0-87" fmla="*/ 60570 w 60570"/>
              <a:gd name="connsiteY0-88" fmla="*/ 0 h 23696"/>
              <a:gd name="connsiteX1-89" fmla="*/ 43220 w 60570"/>
              <a:gd name="connsiteY1-90" fmla="*/ 9117 h 23696"/>
              <a:gd name="connsiteX2-91" fmla="*/ 24939 w 60570"/>
              <a:gd name="connsiteY2-92" fmla="*/ 18567 h 23696"/>
              <a:gd name="connsiteX3-93" fmla="*/ 8718 w 60570"/>
              <a:gd name="connsiteY3-94" fmla="*/ 23434 h 23696"/>
              <a:gd name="connsiteX4-95" fmla="*/ 0 w 60570"/>
              <a:gd name="connsiteY4-96" fmla="*/ 12684 h 23696"/>
              <a:gd name="connsiteX0-97" fmla="*/ 60570 w 60570"/>
              <a:gd name="connsiteY0-98" fmla="*/ 0 h 23659"/>
              <a:gd name="connsiteX1-99" fmla="*/ 43220 w 60570"/>
              <a:gd name="connsiteY1-100" fmla="*/ 9117 h 23659"/>
              <a:gd name="connsiteX2-101" fmla="*/ 33690 w 60570"/>
              <a:gd name="connsiteY2-102" fmla="*/ 14193 h 23659"/>
              <a:gd name="connsiteX3-103" fmla="*/ 24939 w 60570"/>
              <a:gd name="connsiteY3-104" fmla="*/ 18567 h 23659"/>
              <a:gd name="connsiteX4-105" fmla="*/ 8718 w 60570"/>
              <a:gd name="connsiteY4-106" fmla="*/ 23434 h 23659"/>
              <a:gd name="connsiteX5" fmla="*/ 0 w 60570"/>
              <a:gd name="connsiteY5" fmla="*/ 12684 h 23659"/>
              <a:gd name="connsiteX0-107" fmla="*/ 60570 w 60570"/>
              <a:gd name="connsiteY0-108" fmla="*/ 0 h 23659"/>
              <a:gd name="connsiteX1-109" fmla="*/ 43220 w 60570"/>
              <a:gd name="connsiteY1-110" fmla="*/ 9117 h 23659"/>
              <a:gd name="connsiteX2-111" fmla="*/ 33690 w 60570"/>
              <a:gd name="connsiteY2-112" fmla="*/ 14193 h 23659"/>
              <a:gd name="connsiteX3-113" fmla="*/ 24939 w 60570"/>
              <a:gd name="connsiteY3-114" fmla="*/ 18567 h 23659"/>
              <a:gd name="connsiteX4-115" fmla="*/ 8718 w 60570"/>
              <a:gd name="connsiteY4-116" fmla="*/ 23434 h 23659"/>
              <a:gd name="connsiteX5-117" fmla="*/ 0 w 60570"/>
              <a:gd name="connsiteY5-118" fmla="*/ 12684 h 23659"/>
              <a:gd name="connsiteX0-119" fmla="*/ 60570 w 60570"/>
              <a:gd name="connsiteY0-120" fmla="*/ 0 h 23628"/>
              <a:gd name="connsiteX1-121" fmla="*/ 43220 w 60570"/>
              <a:gd name="connsiteY1-122" fmla="*/ 9117 h 23628"/>
              <a:gd name="connsiteX2-123" fmla="*/ 41401 w 60570"/>
              <a:gd name="connsiteY2-124" fmla="*/ 19746 h 23628"/>
              <a:gd name="connsiteX3-125" fmla="*/ 24939 w 60570"/>
              <a:gd name="connsiteY3-126" fmla="*/ 18567 h 23628"/>
              <a:gd name="connsiteX4-127" fmla="*/ 8718 w 60570"/>
              <a:gd name="connsiteY4-128" fmla="*/ 23434 h 23628"/>
              <a:gd name="connsiteX5-129" fmla="*/ 0 w 60570"/>
              <a:gd name="connsiteY5-130" fmla="*/ 12684 h 23628"/>
              <a:gd name="connsiteX0-131" fmla="*/ 60570 w 60570"/>
              <a:gd name="connsiteY0-132" fmla="*/ 0 h 20268"/>
              <a:gd name="connsiteX1-133" fmla="*/ 43220 w 60570"/>
              <a:gd name="connsiteY1-134" fmla="*/ 9117 h 20268"/>
              <a:gd name="connsiteX2-135" fmla="*/ 41401 w 60570"/>
              <a:gd name="connsiteY2-136" fmla="*/ 19746 h 20268"/>
              <a:gd name="connsiteX3-137" fmla="*/ 24939 w 60570"/>
              <a:gd name="connsiteY3-138" fmla="*/ 18567 h 20268"/>
              <a:gd name="connsiteX4-139" fmla="*/ 6145 w 60570"/>
              <a:gd name="connsiteY4-140" fmla="*/ 17987 h 20268"/>
              <a:gd name="connsiteX5-141" fmla="*/ 0 w 60570"/>
              <a:gd name="connsiteY5-142" fmla="*/ 12684 h 2026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25" y="connsiteY4-26"/>
              </a:cxn>
              <a:cxn ang="0">
                <a:pos x="connsiteX5-117" y="connsiteY5-118"/>
              </a:cxn>
            </a:cxnLst>
            <a:rect l="l" t="t" r="r" b="b"/>
            <a:pathLst>
              <a:path w="60570" h="20268" fill="none" extrusionOk="0">
                <a:moveTo>
                  <a:pt x="60570" y="0"/>
                </a:moveTo>
                <a:cubicBezTo>
                  <a:pt x="54787" y="3039"/>
                  <a:pt x="46415" y="5826"/>
                  <a:pt x="43220" y="9117"/>
                </a:cubicBezTo>
                <a:cubicBezTo>
                  <a:pt x="40025" y="12408"/>
                  <a:pt x="46035" y="17491"/>
                  <a:pt x="41401" y="19746"/>
                </a:cubicBezTo>
                <a:cubicBezTo>
                  <a:pt x="38354" y="21321"/>
                  <a:pt x="30815" y="18860"/>
                  <a:pt x="24939" y="18567"/>
                </a:cubicBezTo>
                <a:cubicBezTo>
                  <a:pt x="19063" y="18274"/>
                  <a:pt x="10275" y="19279"/>
                  <a:pt x="6145" y="17987"/>
                </a:cubicBezTo>
                <a:cubicBezTo>
                  <a:pt x="2015" y="16695"/>
                  <a:pt x="1931" y="14899"/>
                  <a:pt x="0" y="12684"/>
                </a:cubicBezTo>
              </a:path>
            </a:pathLst>
          </a:custGeom>
          <a:noFill/>
          <a:ln w="28575" cap="flat" cmpd="sng">
            <a:solidFill>
              <a:schemeClr val="accent3"/>
            </a:solidFill>
            <a:prstDash val="solid"/>
            <a:miter lim="325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7" name="Google Shape;23;p3"/>
          <p:cNvSpPr/>
          <p:nvPr userDrawn="1"/>
        </p:nvSpPr>
        <p:spPr>
          <a:xfrm rot="5636608" flipH="1">
            <a:off x="-2771586" y="1869997"/>
            <a:ext cx="5051971" cy="3279932"/>
          </a:xfrm>
          <a:custGeom>
            <a:avLst/>
            <a:gdLst>
              <a:gd name="connsiteX0" fmla="*/ 55307 w 86160"/>
              <a:gd name="connsiteY0" fmla="*/ 1231 h 51819"/>
              <a:gd name="connsiteX1" fmla="*/ 43799 w 86160"/>
              <a:gd name="connsiteY1" fmla="*/ 1671 h 51819"/>
              <a:gd name="connsiteX2" fmla="*/ 23250 w 86160"/>
              <a:gd name="connsiteY2" fmla="*/ 22116 h 51819"/>
              <a:gd name="connsiteX3" fmla="*/ 15443 w 86160"/>
              <a:gd name="connsiteY3" fmla="*/ 28821 h 51819"/>
              <a:gd name="connsiteX4" fmla="*/ 14517 w 86160"/>
              <a:gd name="connsiteY4" fmla="*/ 28786 h 51819"/>
              <a:gd name="connsiteX5" fmla="*/ 11428 w 86160"/>
              <a:gd name="connsiteY5" fmla="*/ 28669 h 51819"/>
              <a:gd name="connsiteX6" fmla="*/ 39 w 86160"/>
              <a:gd name="connsiteY6" fmla="*/ 32365 h 51819"/>
              <a:gd name="connsiteX7" fmla="*/ 10831 w 86160"/>
              <a:gd name="connsiteY7" fmla="*/ 44292 h 51819"/>
              <a:gd name="connsiteX8" fmla="*/ 30398 w 86160"/>
              <a:gd name="connsiteY8" fmla="*/ 51819 h 51819"/>
              <a:gd name="connsiteX9" fmla="*/ 34419 w 86160"/>
              <a:gd name="connsiteY9" fmla="*/ 51180 h 51819"/>
              <a:gd name="connsiteX10" fmla="*/ 85987 w 86160"/>
              <a:gd name="connsiteY10" fmla="*/ 36376 h 51819"/>
              <a:gd name="connsiteX11" fmla="*/ 75901 w 86160"/>
              <a:gd name="connsiteY11" fmla="*/ 8939 h 51819"/>
              <a:gd name="connsiteX12" fmla="*/ 55307 w 86160"/>
              <a:gd name="connsiteY12" fmla="*/ 1231 h 51819"/>
              <a:gd name="connsiteX0-1" fmla="*/ 55307 w 86160"/>
              <a:gd name="connsiteY0-2" fmla="*/ 18 h 50606"/>
              <a:gd name="connsiteX1-3" fmla="*/ 46385 w 86160"/>
              <a:gd name="connsiteY1-4" fmla="*/ 3060 h 50606"/>
              <a:gd name="connsiteX2-5" fmla="*/ 23250 w 86160"/>
              <a:gd name="connsiteY2-6" fmla="*/ 20903 h 50606"/>
              <a:gd name="connsiteX3-7" fmla="*/ 15443 w 86160"/>
              <a:gd name="connsiteY3-8" fmla="*/ 27608 h 50606"/>
              <a:gd name="connsiteX4-9" fmla="*/ 14517 w 86160"/>
              <a:gd name="connsiteY4-10" fmla="*/ 27573 h 50606"/>
              <a:gd name="connsiteX5-11" fmla="*/ 11428 w 86160"/>
              <a:gd name="connsiteY5-12" fmla="*/ 27456 h 50606"/>
              <a:gd name="connsiteX6-13" fmla="*/ 39 w 86160"/>
              <a:gd name="connsiteY6-14" fmla="*/ 31152 h 50606"/>
              <a:gd name="connsiteX7-15" fmla="*/ 10831 w 86160"/>
              <a:gd name="connsiteY7-16" fmla="*/ 43079 h 50606"/>
              <a:gd name="connsiteX8-17" fmla="*/ 30398 w 86160"/>
              <a:gd name="connsiteY8-18" fmla="*/ 50606 h 50606"/>
              <a:gd name="connsiteX9-19" fmla="*/ 34419 w 86160"/>
              <a:gd name="connsiteY9-20" fmla="*/ 49967 h 50606"/>
              <a:gd name="connsiteX10-21" fmla="*/ 85987 w 86160"/>
              <a:gd name="connsiteY10-22" fmla="*/ 35163 h 50606"/>
              <a:gd name="connsiteX11-23" fmla="*/ 75901 w 86160"/>
              <a:gd name="connsiteY11-24" fmla="*/ 7726 h 50606"/>
              <a:gd name="connsiteX12-25" fmla="*/ 55307 w 86160"/>
              <a:gd name="connsiteY12-26" fmla="*/ 18 h 50606"/>
              <a:gd name="connsiteX0-27" fmla="*/ 55307 w 79837"/>
              <a:gd name="connsiteY0-28" fmla="*/ 18 h 52262"/>
              <a:gd name="connsiteX1-29" fmla="*/ 46385 w 79837"/>
              <a:gd name="connsiteY1-30" fmla="*/ 3060 h 52262"/>
              <a:gd name="connsiteX2-31" fmla="*/ 23250 w 79837"/>
              <a:gd name="connsiteY2-32" fmla="*/ 20903 h 52262"/>
              <a:gd name="connsiteX3-33" fmla="*/ 15443 w 79837"/>
              <a:gd name="connsiteY3-34" fmla="*/ 27608 h 52262"/>
              <a:gd name="connsiteX4-35" fmla="*/ 14517 w 79837"/>
              <a:gd name="connsiteY4-36" fmla="*/ 27573 h 52262"/>
              <a:gd name="connsiteX5-37" fmla="*/ 11428 w 79837"/>
              <a:gd name="connsiteY5-38" fmla="*/ 27456 h 52262"/>
              <a:gd name="connsiteX6-39" fmla="*/ 39 w 79837"/>
              <a:gd name="connsiteY6-40" fmla="*/ 31152 h 52262"/>
              <a:gd name="connsiteX7-41" fmla="*/ 10831 w 79837"/>
              <a:gd name="connsiteY7-42" fmla="*/ 43079 h 52262"/>
              <a:gd name="connsiteX8-43" fmla="*/ 30398 w 79837"/>
              <a:gd name="connsiteY8-44" fmla="*/ 50606 h 52262"/>
              <a:gd name="connsiteX9-45" fmla="*/ 34419 w 79837"/>
              <a:gd name="connsiteY9-46" fmla="*/ 49967 h 52262"/>
              <a:gd name="connsiteX10-47" fmla="*/ 79229 w 79837"/>
              <a:gd name="connsiteY10-48" fmla="*/ 22039 h 52262"/>
              <a:gd name="connsiteX11-49" fmla="*/ 75901 w 79837"/>
              <a:gd name="connsiteY11-50" fmla="*/ 7726 h 52262"/>
              <a:gd name="connsiteX12-51" fmla="*/ 55307 w 79837"/>
              <a:gd name="connsiteY12-52" fmla="*/ 18 h 52262"/>
              <a:gd name="connsiteX0-53" fmla="*/ 55302 w 79832"/>
              <a:gd name="connsiteY0-54" fmla="*/ 18 h 51830"/>
              <a:gd name="connsiteX1-55" fmla="*/ 46380 w 79832"/>
              <a:gd name="connsiteY1-56" fmla="*/ 3060 h 51830"/>
              <a:gd name="connsiteX2-57" fmla="*/ 23245 w 79832"/>
              <a:gd name="connsiteY2-58" fmla="*/ 20903 h 51830"/>
              <a:gd name="connsiteX3-59" fmla="*/ 15438 w 79832"/>
              <a:gd name="connsiteY3-60" fmla="*/ 27608 h 51830"/>
              <a:gd name="connsiteX4-61" fmla="*/ 14512 w 79832"/>
              <a:gd name="connsiteY4-62" fmla="*/ 27573 h 51830"/>
              <a:gd name="connsiteX5-63" fmla="*/ 11423 w 79832"/>
              <a:gd name="connsiteY5-64" fmla="*/ 27456 h 51830"/>
              <a:gd name="connsiteX6-65" fmla="*/ 34 w 79832"/>
              <a:gd name="connsiteY6-66" fmla="*/ 31152 h 51830"/>
              <a:gd name="connsiteX7-67" fmla="*/ 10826 w 79832"/>
              <a:gd name="connsiteY7-68" fmla="*/ 43079 h 51830"/>
              <a:gd name="connsiteX8-69" fmla="*/ 31694 w 79832"/>
              <a:gd name="connsiteY8-70" fmla="*/ 49313 h 51830"/>
              <a:gd name="connsiteX9-71" fmla="*/ 34414 w 79832"/>
              <a:gd name="connsiteY9-72" fmla="*/ 49967 h 51830"/>
              <a:gd name="connsiteX10-73" fmla="*/ 79224 w 79832"/>
              <a:gd name="connsiteY10-74" fmla="*/ 22039 h 51830"/>
              <a:gd name="connsiteX11-75" fmla="*/ 75896 w 79832"/>
              <a:gd name="connsiteY11-76" fmla="*/ 7726 h 51830"/>
              <a:gd name="connsiteX12-77" fmla="*/ 55302 w 79832"/>
              <a:gd name="connsiteY12-78" fmla="*/ 18 h 51830"/>
              <a:gd name="connsiteX0-79" fmla="*/ 55302 w 79832"/>
              <a:gd name="connsiteY0-80" fmla="*/ 18 h 51830"/>
              <a:gd name="connsiteX1-81" fmla="*/ 46380 w 79832"/>
              <a:gd name="connsiteY1-82" fmla="*/ 3060 h 51830"/>
              <a:gd name="connsiteX2-83" fmla="*/ 23245 w 79832"/>
              <a:gd name="connsiteY2-84" fmla="*/ 20903 h 51830"/>
              <a:gd name="connsiteX3-85" fmla="*/ 15438 w 79832"/>
              <a:gd name="connsiteY3-86" fmla="*/ 27608 h 51830"/>
              <a:gd name="connsiteX4-87" fmla="*/ 7743 w 79832"/>
              <a:gd name="connsiteY4-88" fmla="*/ 24210 h 51830"/>
              <a:gd name="connsiteX5-89" fmla="*/ 11423 w 79832"/>
              <a:gd name="connsiteY5-90" fmla="*/ 27456 h 51830"/>
              <a:gd name="connsiteX6-91" fmla="*/ 34 w 79832"/>
              <a:gd name="connsiteY6-92" fmla="*/ 31152 h 51830"/>
              <a:gd name="connsiteX7-93" fmla="*/ 10826 w 79832"/>
              <a:gd name="connsiteY7-94" fmla="*/ 43079 h 51830"/>
              <a:gd name="connsiteX8-95" fmla="*/ 31694 w 79832"/>
              <a:gd name="connsiteY8-96" fmla="*/ 49313 h 51830"/>
              <a:gd name="connsiteX9-97" fmla="*/ 34414 w 79832"/>
              <a:gd name="connsiteY9-98" fmla="*/ 49967 h 51830"/>
              <a:gd name="connsiteX10-99" fmla="*/ 79224 w 79832"/>
              <a:gd name="connsiteY10-100" fmla="*/ 22039 h 51830"/>
              <a:gd name="connsiteX11-101" fmla="*/ 75896 w 79832"/>
              <a:gd name="connsiteY11-102" fmla="*/ 7726 h 51830"/>
              <a:gd name="connsiteX12-103" fmla="*/ 55302 w 79832"/>
              <a:gd name="connsiteY12-104" fmla="*/ 18 h 51830"/>
              <a:gd name="connsiteX0-105" fmla="*/ 55302 w 79832"/>
              <a:gd name="connsiteY0-106" fmla="*/ 18 h 51830"/>
              <a:gd name="connsiteX1-107" fmla="*/ 46380 w 79832"/>
              <a:gd name="connsiteY1-108" fmla="*/ 3060 h 51830"/>
              <a:gd name="connsiteX2-109" fmla="*/ 23245 w 79832"/>
              <a:gd name="connsiteY2-110" fmla="*/ 20903 h 51830"/>
              <a:gd name="connsiteX3-111" fmla="*/ 15438 w 79832"/>
              <a:gd name="connsiteY3-112" fmla="*/ 27608 h 51830"/>
              <a:gd name="connsiteX4-113" fmla="*/ 7743 w 79832"/>
              <a:gd name="connsiteY4-114" fmla="*/ 24210 h 51830"/>
              <a:gd name="connsiteX5-115" fmla="*/ 3611 w 79832"/>
              <a:gd name="connsiteY5-116" fmla="*/ 25228 h 51830"/>
              <a:gd name="connsiteX6-117" fmla="*/ 34 w 79832"/>
              <a:gd name="connsiteY6-118" fmla="*/ 31152 h 51830"/>
              <a:gd name="connsiteX7-119" fmla="*/ 10826 w 79832"/>
              <a:gd name="connsiteY7-120" fmla="*/ 43079 h 51830"/>
              <a:gd name="connsiteX8-121" fmla="*/ 31694 w 79832"/>
              <a:gd name="connsiteY8-122" fmla="*/ 49313 h 51830"/>
              <a:gd name="connsiteX9-123" fmla="*/ 34414 w 79832"/>
              <a:gd name="connsiteY9-124" fmla="*/ 49967 h 51830"/>
              <a:gd name="connsiteX10-125" fmla="*/ 79224 w 79832"/>
              <a:gd name="connsiteY10-126" fmla="*/ 22039 h 51830"/>
              <a:gd name="connsiteX11-127" fmla="*/ 75896 w 79832"/>
              <a:gd name="connsiteY11-128" fmla="*/ 7726 h 51830"/>
              <a:gd name="connsiteX12-129" fmla="*/ 55302 w 79832"/>
              <a:gd name="connsiteY12-130" fmla="*/ 18 h 51830"/>
              <a:gd name="connsiteX0-131" fmla="*/ 55302 w 79832"/>
              <a:gd name="connsiteY0-132" fmla="*/ 18 h 51830"/>
              <a:gd name="connsiteX1-133" fmla="*/ 46380 w 79832"/>
              <a:gd name="connsiteY1-134" fmla="*/ 3060 h 51830"/>
              <a:gd name="connsiteX2-135" fmla="*/ 23245 w 79832"/>
              <a:gd name="connsiteY2-136" fmla="*/ 20903 h 51830"/>
              <a:gd name="connsiteX3-137" fmla="*/ 14601 w 79832"/>
              <a:gd name="connsiteY3-138" fmla="*/ 22240 h 51830"/>
              <a:gd name="connsiteX4-139" fmla="*/ 7743 w 79832"/>
              <a:gd name="connsiteY4-140" fmla="*/ 24210 h 51830"/>
              <a:gd name="connsiteX5-141" fmla="*/ 3611 w 79832"/>
              <a:gd name="connsiteY5-142" fmla="*/ 25228 h 51830"/>
              <a:gd name="connsiteX6-143" fmla="*/ 34 w 79832"/>
              <a:gd name="connsiteY6-144" fmla="*/ 31152 h 51830"/>
              <a:gd name="connsiteX7-145" fmla="*/ 10826 w 79832"/>
              <a:gd name="connsiteY7-146" fmla="*/ 43079 h 51830"/>
              <a:gd name="connsiteX8-147" fmla="*/ 31694 w 79832"/>
              <a:gd name="connsiteY8-148" fmla="*/ 49313 h 51830"/>
              <a:gd name="connsiteX9-149" fmla="*/ 34414 w 79832"/>
              <a:gd name="connsiteY9-150" fmla="*/ 49967 h 51830"/>
              <a:gd name="connsiteX10-151" fmla="*/ 79224 w 79832"/>
              <a:gd name="connsiteY10-152" fmla="*/ 22039 h 51830"/>
              <a:gd name="connsiteX11-153" fmla="*/ 75896 w 79832"/>
              <a:gd name="connsiteY11-154" fmla="*/ 7726 h 51830"/>
              <a:gd name="connsiteX12-155" fmla="*/ 55302 w 79832"/>
              <a:gd name="connsiteY12-156" fmla="*/ 18 h 51830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9832" h="51830" extrusionOk="0">
                <a:moveTo>
                  <a:pt x="55302" y="18"/>
                </a:moveTo>
                <a:cubicBezTo>
                  <a:pt x="51820" y="18"/>
                  <a:pt x="51723" y="-421"/>
                  <a:pt x="46380" y="3060"/>
                </a:cubicBezTo>
                <a:cubicBezTo>
                  <a:pt x="41037" y="6541"/>
                  <a:pt x="28541" y="17706"/>
                  <a:pt x="23245" y="20903"/>
                </a:cubicBezTo>
                <a:cubicBezTo>
                  <a:pt x="17949" y="24100"/>
                  <a:pt x="17185" y="21689"/>
                  <a:pt x="14601" y="22240"/>
                </a:cubicBezTo>
                <a:cubicBezTo>
                  <a:pt x="12017" y="22791"/>
                  <a:pt x="9575" y="23712"/>
                  <a:pt x="7743" y="24210"/>
                </a:cubicBezTo>
                <a:cubicBezTo>
                  <a:pt x="5911" y="24708"/>
                  <a:pt x="4896" y="24071"/>
                  <a:pt x="3611" y="25228"/>
                </a:cubicBezTo>
                <a:cubicBezTo>
                  <a:pt x="2326" y="26385"/>
                  <a:pt x="506" y="29079"/>
                  <a:pt x="34" y="31152"/>
                </a:cubicBezTo>
                <a:cubicBezTo>
                  <a:pt x="-506" y="33537"/>
                  <a:pt x="5549" y="40052"/>
                  <a:pt x="10826" y="43079"/>
                </a:cubicBezTo>
                <a:cubicBezTo>
                  <a:pt x="16103" y="46106"/>
                  <a:pt x="24635" y="49313"/>
                  <a:pt x="31694" y="49313"/>
                </a:cubicBezTo>
                <a:cubicBezTo>
                  <a:pt x="33050" y="49313"/>
                  <a:pt x="26492" y="54513"/>
                  <a:pt x="34414" y="49967"/>
                </a:cubicBezTo>
                <a:cubicBezTo>
                  <a:pt x="42336" y="45421"/>
                  <a:pt x="77923" y="40096"/>
                  <a:pt x="79224" y="22039"/>
                </a:cubicBezTo>
                <a:cubicBezTo>
                  <a:pt x="80526" y="3982"/>
                  <a:pt x="79883" y="11396"/>
                  <a:pt x="75896" y="7726"/>
                </a:cubicBezTo>
                <a:cubicBezTo>
                  <a:pt x="71909" y="4056"/>
                  <a:pt x="67105" y="18"/>
                  <a:pt x="55302" y="18"/>
                </a:cubicBezTo>
                <a:close/>
              </a:path>
            </a:pathLst>
          </a:custGeom>
          <a:solidFill>
            <a:schemeClr val="bg2">
              <a:lumMod val="50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8" name="Google Shape;28;p3"/>
          <p:cNvSpPr/>
          <p:nvPr userDrawn="1"/>
        </p:nvSpPr>
        <p:spPr>
          <a:xfrm>
            <a:off x="3793203" y="-3317232"/>
            <a:ext cx="6498782" cy="4960063"/>
          </a:xfrm>
          <a:custGeom>
            <a:avLst/>
            <a:gdLst>
              <a:gd name="connsiteX0" fmla="*/ 23944 w 36088"/>
              <a:gd name="connsiteY0" fmla="*/ 0 h 29796"/>
              <a:gd name="connsiteX1" fmla="*/ 1490 w 36088"/>
              <a:gd name="connsiteY1" fmla="*/ 6817 h 29796"/>
              <a:gd name="connsiteX2" fmla="*/ 5114 w 36088"/>
              <a:gd name="connsiteY2" fmla="*/ 25300 h 29796"/>
              <a:gd name="connsiteX3" fmla="*/ 8553 w 36088"/>
              <a:gd name="connsiteY3" fmla="*/ 29631 h 29796"/>
              <a:gd name="connsiteX4" fmla="*/ 35590 w 36088"/>
              <a:gd name="connsiteY4" fmla="*/ 18845 h 29796"/>
              <a:gd name="connsiteX5" fmla="*/ 26005 w 36088"/>
              <a:gd name="connsiteY5" fmla="*/ 248 h 29796"/>
              <a:gd name="connsiteX6" fmla="*/ 23944 w 36088"/>
              <a:gd name="connsiteY6" fmla="*/ 0 h 29796"/>
              <a:gd name="connsiteX0-1" fmla="*/ 23543 w 35687"/>
              <a:gd name="connsiteY0-2" fmla="*/ 0 h 27237"/>
              <a:gd name="connsiteX1-3" fmla="*/ 1089 w 35687"/>
              <a:gd name="connsiteY1-4" fmla="*/ 6817 h 27237"/>
              <a:gd name="connsiteX2-5" fmla="*/ 4713 w 35687"/>
              <a:gd name="connsiteY2-6" fmla="*/ 25300 h 27237"/>
              <a:gd name="connsiteX3-7" fmla="*/ 15182 w 35687"/>
              <a:gd name="connsiteY3-8" fmla="*/ 25949 h 27237"/>
              <a:gd name="connsiteX4-9" fmla="*/ 35189 w 35687"/>
              <a:gd name="connsiteY4-10" fmla="*/ 18845 h 27237"/>
              <a:gd name="connsiteX5-11" fmla="*/ 25604 w 35687"/>
              <a:gd name="connsiteY5-12" fmla="*/ 248 h 27237"/>
              <a:gd name="connsiteX6-13" fmla="*/ 23543 w 35687"/>
              <a:gd name="connsiteY6-14" fmla="*/ 0 h 27237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</a:cxnLst>
            <a:rect l="l" t="t" r="r" b="b"/>
            <a:pathLst>
              <a:path w="35687" h="27237" extrusionOk="0">
                <a:moveTo>
                  <a:pt x="23543" y="0"/>
                </a:moveTo>
                <a:cubicBezTo>
                  <a:pt x="16287" y="0"/>
                  <a:pt x="4227" y="2600"/>
                  <a:pt x="1089" y="6817"/>
                </a:cubicBezTo>
                <a:cubicBezTo>
                  <a:pt x="-2049" y="11034"/>
                  <a:pt x="2364" y="22111"/>
                  <a:pt x="4713" y="25300"/>
                </a:cubicBezTo>
                <a:cubicBezTo>
                  <a:pt x="7062" y="28489"/>
                  <a:pt x="10103" y="27025"/>
                  <a:pt x="15182" y="25949"/>
                </a:cubicBezTo>
                <a:cubicBezTo>
                  <a:pt x="20261" y="24873"/>
                  <a:pt x="33306" y="21287"/>
                  <a:pt x="35189" y="18845"/>
                </a:cubicBezTo>
                <a:cubicBezTo>
                  <a:pt x="37479" y="15871"/>
                  <a:pt x="31460" y="1992"/>
                  <a:pt x="25604" y="248"/>
                </a:cubicBezTo>
                <a:cubicBezTo>
                  <a:pt x="25029" y="77"/>
                  <a:pt x="24332" y="0"/>
                  <a:pt x="23543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2549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Прямоугольник 7"/>
          <p:cNvSpPr/>
          <p:nvPr userDrawn="1"/>
        </p:nvSpPr>
        <p:spPr>
          <a:xfrm rot="5400000">
            <a:off x="11135364" y="890195"/>
            <a:ext cx="248260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solidFill>
                  <a:srgbClr val="E6E6E6"/>
                </a:solidFill>
              </a:rPr>
              <a:t>presentation-creation.ru</a:t>
            </a:r>
            <a:endParaRPr lang="ru-RU" dirty="0">
              <a:solidFill>
                <a:srgbClr val="E6E6E6"/>
              </a:solidFill>
            </a:endParaRPr>
          </a:p>
        </p:txBody>
      </p:sp>
      <p:sp>
        <p:nvSpPr>
          <p:cNvPr id="13" name="Google Shape;50;p6"/>
          <p:cNvSpPr/>
          <p:nvPr userDrawn="1"/>
        </p:nvSpPr>
        <p:spPr>
          <a:xfrm>
            <a:off x="10025031" y="350362"/>
            <a:ext cx="7065492" cy="5396392"/>
          </a:xfrm>
          <a:custGeom>
            <a:avLst/>
            <a:gdLst/>
            <a:ahLst/>
            <a:cxnLst/>
            <a:rect l="l" t="t" r="r" b="b"/>
            <a:pathLst>
              <a:path w="38799" h="29633" extrusionOk="0">
                <a:moveTo>
                  <a:pt x="24862" y="1"/>
                </a:moveTo>
                <a:cubicBezTo>
                  <a:pt x="17606" y="1"/>
                  <a:pt x="2522" y="6530"/>
                  <a:pt x="2408" y="6818"/>
                </a:cubicBezTo>
                <a:cubicBezTo>
                  <a:pt x="0" y="12908"/>
                  <a:pt x="709" y="23105"/>
                  <a:pt x="5362" y="28314"/>
                </a:cubicBezTo>
                <a:cubicBezTo>
                  <a:pt x="6190" y="29241"/>
                  <a:pt x="7638" y="29632"/>
                  <a:pt x="9471" y="29632"/>
                </a:cubicBezTo>
                <a:cubicBezTo>
                  <a:pt x="17936" y="29632"/>
                  <a:pt x="34625" y="21288"/>
                  <a:pt x="36508" y="18846"/>
                </a:cubicBezTo>
                <a:cubicBezTo>
                  <a:pt x="38798" y="15872"/>
                  <a:pt x="32779" y="1993"/>
                  <a:pt x="26923" y="249"/>
                </a:cubicBezTo>
                <a:cubicBezTo>
                  <a:pt x="26348" y="78"/>
                  <a:pt x="25651" y="1"/>
                  <a:pt x="24862" y="1"/>
                </a:cubicBezTo>
                <a:close/>
              </a:path>
            </a:pathLst>
          </a:custGeom>
          <a:solidFill>
            <a:schemeClr val="accent3">
              <a:alpha val="258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4" name="Google Shape;52;p6"/>
          <p:cNvSpPr/>
          <p:nvPr userDrawn="1"/>
        </p:nvSpPr>
        <p:spPr>
          <a:xfrm rot="-649760" flipH="1">
            <a:off x="11070536" y="1810606"/>
            <a:ext cx="4974484" cy="1490372"/>
          </a:xfrm>
          <a:custGeom>
            <a:avLst/>
            <a:gdLst/>
            <a:ahLst/>
            <a:cxnLst/>
            <a:rect l="l" t="t" r="r" b="b"/>
            <a:pathLst>
              <a:path w="49165" h="14730" extrusionOk="0">
                <a:moveTo>
                  <a:pt x="10042" y="1"/>
                </a:moveTo>
                <a:cubicBezTo>
                  <a:pt x="7738" y="1"/>
                  <a:pt x="5495" y="326"/>
                  <a:pt x="4009" y="1712"/>
                </a:cubicBezTo>
                <a:cubicBezTo>
                  <a:pt x="1833" y="3743"/>
                  <a:pt x="1312" y="7198"/>
                  <a:pt x="759" y="9976"/>
                </a:cubicBezTo>
                <a:cubicBezTo>
                  <a:pt x="1" y="13802"/>
                  <a:pt x="5815" y="14642"/>
                  <a:pt x="11014" y="14723"/>
                </a:cubicBezTo>
                <a:cubicBezTo>
                  <a:pt x="11312" y="14728"/>
                  <a:pt x="11609" y="14730"/>
                  <a:pt x="11901" y="14730"/>
                </a:cubicBezTo>
                <a:cubicBezTo>
                  <a:pt x="14717" y="14730"/>
                  <a:pt x="17219" y="14537"/>
                  <a:pt x="18198" y="14531"/>
                </a:cubicBezTo>
                <a:cubicBezTo>
                  <a:pt x="20643" y="14515"/>
                  <a:pt x="23088" y="14508"/>
                  <a:pt x="25533" y="14508"/>
                </a:cubicBezTo>
                <a:cubicBezTo>
                  <a:pt x="31860" y="14508"/>
                  <a:pt x="38186" y="14553"/>
                  <a:pt x="44512" y="14593"/>
                </a:cubicBezTo>
                <a:cubicBezTo>
                  <a:pt x="44551" y="14593"/>
                  <a:pt x="44589" y="14594"/>
                  <a:pt x="44628" y="14594"/>
                </a:cubicBezTo>
                <a:cubicBezTo>
                  <a:pt x="45065" y="14594"/>
                  <a:pt x="45520" y="14568"/>
                  <a:pt x="45879" y="14323"/>
                </a:cubicBezTo>
                <a:cubicBezTo>
                  <a:pt x="46214" y="14095"/>
                  <a:pt x="46403" y="13708"/>
                  <a:pt x="46569" y="13337"/>
                </a:cubicBezTo>
                <a:cubicBezTo>
                  <a:pt x="47681" y="10865"/>
                  <a:pt x="49165" y="7692"/>
                  <a:pt x="48504" y="4911"/>
                </a:cubicBezTo>
                <a:cubicBezTo>
                  <a:pt x="47559" y="915"/>
                  <a:pt x="42091" y="691"/>
                  <a:pt x="37832" y="691"/>
                </a:cubicBezTo>
                <a:cubicBezTo>
                  <a:pt x="37295" y="691"/>
                  <a:pt x="36777" y="694"/>
                  <a:pt x="36289" y="694"/>
                </a:cubicBezTo>
                <a:cubicBezTo>
                  <a:pt x="35639" y="694"/>
                  <a:pt x="35044" y="688"/>
                  <a:pt x="34531" y="658"/>
                </a:cubicBezTo>
                <a:cubicBezTo>
                  <a:pt x="29340" y="361"/>
                  <a:pt x="24149" y="242"/>
                  <a:pt x="18952" y="242"/>
                </a:cubicBezTo>
                <a:cubicBezTo>
                  <a:pt x="17950" y="242"/>
                  <a:pt x="16949" y="246"/>
                  <a:pt x="15946" y="255"/>
                </a:cubicBezTo>
                <a:cubicBezTo>
                  <a:pt x="15904" y="255"/>
                  <a:pt x="15862" y="255"/>
                  <a:pt x="15819" y="255"/>
                </a:cubicBezTo>
                <a:cubicBezTo>
                  <a:pt x="14168" y="255"/>
                  <a:pt x="12081" y="1"/>
                  <a:pt x="10042" y="1"/>
                </a:cubicBezTo>
                <a:close/>
              </a:path>
            </a:pathLst>
          </a:custGeom>
          <a:solidFill>
            <a:schemeClr val="tx1">
              <a:alpha val="3464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9" name="Google Shape;31;p4"/>
          <p:cNvSpPr/>
          <p:nvPr userDrawn="1"/>
        </p:nvSpPr>
        <p:spPr>
          <a:xfrm rot="-5553048">
            <a:off x="-1728792" y="3031550"/>
            <a:ext cx="4562744" cy="5532834"/>
          </a:xfrm>
          <a:custGeom>
            <a:avLst/>
            <a:gdLst>
              <a:gd name="connsiteX0" fmla="*/ 17321 w 71277"/>
              <a:gd name="connsiteY0" fmla="*/ 0 h 87423"/>
              <a:gd name="connsiteX1" fmla="*/ 9011 w 71277"/>
              <a:gd name="connsiteY1" fmla="*/ 27428 h 87423"/>
              <a:gd name="connsiteX2" fmla="*/ 2082 w 71277"/>
              <a:gd name="connsiteY2" fmla="*/ 50348 h 87423"/>
              <a:gd name="connsiteX3" fmla="*/ 15302 w 71277"/>
              <a:gd name="connsiteY3" fmla="*/ 87423 h 87423"/>
              <a:gd name="connsiteX4" fmla="*/ 19065 w 71277"/>
              <a:gd name="connsiteY4" fmla="*/ 85987 h 87423"/>
              <a:gd name="connsiteX5" fmla="*/ 26399 w 71277"/>
              <a:gd name="connsiteY5" fmla="*/ 82951 h 87423"/>
              <a:gd name="connsiteX6" fmla="*/ 32515 w 71277"/>
              <a:gd name="connsiteY6" fmla="*/ 83740 h 87423"/>
              <a:gd name="connsiteX7" fmla="*/ 39127 w 71277"/>
              <a:gd name="connsiteY7" fmla="*/ 79207 h 87423"/>
              <a:gd name="connsiteX8" fmla="*/ 70575 w 71277"/>
              <a:gd name="connsiteY8" fmla="*/ 44134 h 87423"/>
              <a:gd name="connsiteX9" fmla="*/ 25270 w 71277"/>
              <a:gd name="connsiteY9" fmla="*/ 1874 h 87423"/>
              <a:gd name="connsiteX10" fmla="*/ 17321 w 71277"/>
              <a:gd name="connsiteY10" fmla="*/ 0 h 87423"/>
              <a:gd name="connsiteX0-1" fmla="*/ 17108 w 71064"/>
              <a:gd name="connsiteY0-2" fmla="*/ 0 h 86173"/>
              <a:gd name="connsiteX1-3" fmla="*/ 8798 w 71064"/>
              <a:gd name="connsiteY1-4" fmla="*/ 27428 h 86173"/>
              <a:gd name="connsiteX2-5" fmla="*/ 1869 w 71064"/>
              <a:gd name="connsiteY2-6" fmla="*/ 50348 h 86173"/>
              <a:gd name="connsiteX3-7" fmla="*/ 11781 w 71064"/>
              <a:gd name="connsiteY3-8" fmla="*/ 76346 h 86173"/>
              <a:gd name="connsiteX4-9" fmla="*/ 18852 w 71064"/>
              <a:gd name="connsiteY4-10" fmla="*/ 85987 h 86173"/>
              <a:gd name="connsiteX5-11" fmla="*/ 26186 w 71064"/>
              <a:gd name="connsiteY5-12" fmla="*/ 82951 h 86173"/>
              <a:gd name="connsiteX6-13" fmla="*/ 32302 w 71064"/>
              <a:gd name="connsiteY6-14" fmla="*/ 83740 h 86173"/>
              <a:gd name="connsiteX7-15" fmla="*/ 38914 w 71064"/>
              <a:gd name="connsiteY7-16" fmla="*/ 79207 h 86173"/>
              <a:gd name="connsiteX8-17" fmla="*/ 70362 w 71064"/>
              <a:gd name="connsiteY8-18" fmla="*/ 44134 h 86173"/>
              <a:gd name="connsiteX9-19" fmla="*/ 25057 w 71064"/>
              <a:gd name="connsiteY9-20" fmla="*/ 1874 h 86173"/>
              <a:gd name="connsiteX10-21" fmla="*/ 17108 w 71064"/>
              <a:gd name="connsiteY10-22" fmla="*/ 0 h 86173"/>
              <a:gd name="connsiteX0-23" fmla="*/ 17108 w 71064"/>
              <a:gd name="connsiteY0-24" fmla="*/ 0 h 86173"/>
              <a:gd name="connsiteX1-25" fmla="*/ 8798 w 71064"/>
              <a:gd name="connsiteY1-26" fmla="*/ 27428 h 86173"/>
              <a:gd name="connsiteX2-27" fmla="*/ 1869 w 71064"/>
              <a:gd name="connsiteY2-28" fmla="*/ 50348 h 86173"/>
              <a:gd name="connsiteX3-29" fmla="*/ 11781 w 71064"/>
              <a:gd name="connsiteY3-30" fmla="*/ 76346 h 86173"/>
              <a:gd name="connsiteX4-31" fmla="*/ 18852 w 71064"/>
              <a:gd name="connsiteY4-32" fmla="*/ 85987 h 86173"/>
              <a:gd name="connsiteX5-33" fmla="*/ 26186 w 71064"/>
              <a:gd name="connsiteY5-34" fmla="*/ 82951 h 86173"/>
              <a:gd name="connsiteX6-35" fmla="*/ 32302 w 71064"/>
              <a:gd name="connsiteY6-36" fmla="*/ 83740 h 86173"/>
              <a:gd name="connsiteX7-37" fmla="*/ 39225 w 71064"/>
              <a:gd name="connsiteY7-38" fmla="*/ 77558 h 86173"/>
              <a:gd name="connsiteX8-39" fmla="*/ 70362 w 71064"/>
              <a:gd name="connsiteY8-40" fmla="*/ 44134 h 86173"/>
              <a:gd name="connsiteX9-41" fmla="*/ 25057 w 71064"/>
              <a:gd name="connsiteY9-42" fmla="*/ 1874 h 86173"/>
              <a:gd name="connsiteX10-43" fmla="*/ 17108 w 71064"/>
              <a:gd name="connsiteY10-44" fmla="*/ 0 h 8617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71064" h="86173" extrusionOk="0">
                <a:moveTo>
                  <a:pt x="17108" y="0"/>
                </a:moveTo>
                <a:cubicBezTo>
                  <a:pt x="7191" y="0"/>
                  <a:pt x="20120" y="22801"/>
                  <a:pt x="8798" y="27428"/>
                </a:cubicBezTo>
                <a:cubicBezTo>
                  <a:pt x="-4918" y="33034"/>
                  <a:pt x="1372" y="42195"/>
                  <a:pt x="1869" y="50348"/>
                </a:cubicBezTo>
                <a:cubicBezTo>
                  <a:pt x="2366" y="58501"/>
                  <a:pt x="2707" y="76346"/>
                  <a:pt x="11781" y="76346"/>
                </a:cubicBezTo>
                <a:cubicBezTo>
                  <a:pt x="13070" y="76346"/>
                  <a:pt x="16451" y="84886"/>
                  <a:pt x="18852" y="85987"/>
                </a:cubicBezTo>
                <a:cubicBezTo>
                  <a:pt x="21253" y="87088"/>
                  <a:pt x="24138" y="82951"/>
                  <a:pt x="26186" y="82951"/>
                </a:cubicBezTo>
                <a:cubicBezTo>
                  <a:pt x="28472" y="82951"/>
                  <a:pt x="30129" y="84639"/>
                  <a:pt x="32302" y="83740"/>
                </a:cubicBezTo>
                <a:cubicBezTo>
                  <a:pt x="34475" y="82841"/>
                  <a:pt x="36698" y="81206"/>
                  <a:pt x="39225" y="77558"/>
                </a:cubicBezTo>
                <a:cubicBezTo>
                  <a:pt x="62920" y="43354"/>
                  <a:pt x="70362" y="44134"/>
                  <a:pt x="70362" y="44134"/>
                </a:cubicBezTo>
                <a:cubicBezTo>
                  <a:pt x="76244" y="21496"/>
                  <a:pt x="43804" y="9396"/>
                  <a:pt x="25057" y="1874"/>
                </a:cubicBezTo>
                <a:cubicBezTo>
                  <a:pt x="21784" y="560"/>
                  <a:pt x="19206" y="0"/>
                  <a:pt x="17108" y="0"/>
                </a:cubicBezTo>
                <a:close/>
              </a:path>
            </a:pathLst>
          </a:custGeom>
          <a:solidFill>
            <a:srgbClr val="AC9078">
              <a:alpha val="726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9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1354238" y="1825625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9" name="Объект 2"/>
          <p:cNvSpPr>
            <a:spLocks noGrp="1"/>
          </p:cNvSpPr>
          <p:nvPr>
            <p:ph idx="13" hasCustomPrompt="1"/>
          </p:nvPr>
        </p:nvSpPr>
        <p:spPr>
          <a:xfrm>
            <a:off x="1354237" y="2515712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2" name="Объект 2"/>
          <p:cNvSpPr>
            <a:spLocks noGrp="1"/>
          </p:cNvSpPr>
          <p:nvPr>
            <p:ph idx="14" hasCustomPrompt="1"/>
          </p:nvPr>
        </p:nvSpPr>
        <p:spPr>
          <a:xfrm>
            <a:off x="1339448" y="3400900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3" name="Объект 2"/>
          <p:cNvSpPr>
            <a:spLocks noGrp="1"/>
          </p:cNvSpPr>
          <p:nvPr>
            <p:ph idx="15" hasCustomPrompt="1"/>
          </p:nvPr>
        </p:nvSpPr>
        <p:spPr>
          <a:xfrm>
            <a:off x="1339447" y="4090987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5" name="Объект 2"/>
          <p:cNvSpPr>
            <a:spLocks noGrp="1"/>
          </p:cNvSpPr>
          <p:nvPr>
            <p:ph idx="16" hasCustomPrompt="1"/>
          </p:nvPr>
        </p:nvSpPr>
        <p:spPr>
          <a:xfrm>
            <a:off x="1331088" y="4916011"/>
            <a:ext cx="7870785" cy="55515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Заголовок</a:t>
            </a:r>
            <a:endParaRPr lang="ru-RU" dirty="0"/>
          </a:p>
        </p:txBody>
      </p:sp>
      <p:sp>
        <p:nvSpPr>
          <p:cNvPr id="16" name="Объект 2"/>
          <p:cNvSpPr>
            <a:spLocks noGrp="1"/>
          </p:cNvSpPr>
          <p:nvPr>
            <p:ph idx="17" hasCustomPrompt="1"/>
          </p:nvPr>
        </p:nvSpPr>
        <p:spPr>
          <a:xfrm>
            <a:off x="1331087" y="5606098"/>
            <a:ext cx="7870785" cy="555150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ru-RU" dirty="0"/>
              <a:t>Описание</a:t>
            </a:r>
            <a:endParaRPr lang="ru-RU" dirty="0"/>
          </a:p>
        </p:txBody>
      </p:sp>
      <p:sp>
        <p:nvSpPr>
          <p:cNvPr id="18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7" name="Овал 6"/>
          <p:cNvSpPr/>
          <p:nvPr userDrawn="1"/>
        </p:nvSpPr>
        <p:spPr>
          <a:xfrm>
            <a:off x="493157" y="1825625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/>
          <p:cNvSpPr txBox="1"/>
          <p:nvPr userDrawn="1"/>
        </p:nvSpPr>
        <p:spPr>
          <a:xfrm>
            <a:off x="603200" y="1776352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1</a:t>
            </a:r>
            <a:endParaRPr lang="ru-RU" sz="4400" dirty="0"/>
          </a:p>
        </p:txBody>
      </p:sp>
      <p:sp>
        <p:nvSpPr>
          <p:cNvPr id="19" name="Овал 18"/>
          <p:cNvSpPr/>
          <p:nvPr userDrawn="1"/>
        </p:nvSpPr>
        <p:spPr>
          <a:xfrm>
            <a:off x="493157" y="336193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TextBox 22"/>
          <p:cNvSpPr txBox="1"/>
          <p:nvPr userDrawn="1"/>
        </p:nvSpPr>
        <p:spPr>
          <a:xfrm>
            <a:off x="603200" y="331266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2</a:t>
            </a:r>
            <a:endParaRPr lang="ru-RU" sz="4400" dirty="0"/>
          </a:p>
        </p:txBody>
      </p:sp>
      <p:sp>
        <p:nvSpPr>
          <p:cNvPr id="24" name="Овал 23"/>
          <p:cNvSpPr/>
          <p:nvPr userDrawn="1"/>
        </p:nvSpPr>
        <p:spPr>
          <a:xfrm>
            <a:off x="493157" y="4868167"/>
            <a:ext cx="690086" cy="69008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TextBox 24"/>
          <p:cNvSpPr txBox="1"/>
          <p:nvPr userDrawn="1"/>
        </p:nvSpPr>
        <p:spPr>
          <a:xfrm>
            <a:off x="603200" y="481889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3</a:t>
            </a:r>
            <a:endParaRPr lang="ru-RU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Заголовок и объект">
    <p:bg>
      <p:bgPr>
        <a:solidFill>
          <a:schemeClr val="bg2">
            <a:lumMod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sp>
        <p:nvSpPr>
          <p:cNvPr id="7" name="Google Shape;20;p3"/>
          <p:cNvSpPr/>
          <p:nvPr userDrawn="1"/>
        </p:nvSpPr>
        <p:spPr>
          <a:xfrm rot="-10285629">
            <a:off x="9404695" y="-1198950"/>
            <a:ext cx="8382351" cy="4853662"/>
          </a:xfrm>
          <a:custGeom>
            <a:avLst/>
            <a:gdLst>
              <a:gd name="connsiteX0" fmla="*/ 54690 w 86030"/>
              <a:gd name="connsiteY0" fmla="*/ 0 h 53452"/>
              <a:gd name="connsiteX1" fmla="*/ 43799 w 86030"/>
              <a:gd name="connsiteY1" fmla="*/ 3304 h 53452"/>
              <a:gd name="connsiteX2" fmla="*/ 23250 w 86030"/>
              <a:gd name="connsiteY2" fmla="*/ 23749 h 53452"/>
              <a:gd name="connsiteX3" fmla="*/ 15443 w 86030"/>
              <a:gd name="connsiteY3" fmla="*/ 30454 h 53452"/>
              <a:gd name="connsiteX4" fmla="*/ 14517 w 86030"/>
              <a:gd name="connsiteY4" fmla="*/ 30419 h 53452"/>
              <a:gd name="connsiteX5" fmla="*/ 11428 w 86030"/>
              <a:gd name="connsiteY5" fmla="*/ 30302 h 53452"/>
              <a:gd name="connsiteX6" fmla="*/ 39 w 86030"/>
              <a:gd name="connsiteY6" fmla="*/ 33998 h 53452"/>
              <a:gd name="connsiteX7" fmla="*/ 10831 w 86030"/>
              <a:gd name="connsiteY7" fmla="*/ 45925 h 53452"/>
              <a:gd name="connsiteX8" fmla="*/ 30398 w 86030"/>
              <a:gd name="connsiteY8" fmla="*/ 53452 h 53452"/>
              <a:gd name="connsiteX9" fmla="*/ 34419 w 86030"/>
              <a:gd name="connsiteY9" fmla="*/ 52813 h 53452"/>
              <a:gd name="connsiteX10" fmla="*/ 85987 w 86030"/>
              <a:gd name="connsiteY10" fmla="*/ 38009 h 53452"/>
              <a:gd name="connsiteX11" fmla="*/ 58717 w 86030"/>
              <a:gd name="connsiteY11" fmla="*/ 17877 h 53452"/>
              <a:gd name="connsiteX12" fmla="*/ 54690 w 86030"/>
              <a:gd name="connsiteY12" fmla="*/ 0 h 53452"/>
              <a:gd name="connsiteX0-1" fmla="*/ 31604 w 86049"/>
              <a:gd name="connsiteY0-2" fmla="*/ 13249 h 50221"/>
              <a:gd name="connsiteX1-3" fmla="*/ 43799 w 86049"/>
              <a:gd name="connsiteY1-4" fmla="*/ 73 h 50221"/>
              <a:gd name="connsiteX2-5" fmla="*/ 23250 w 86049"/>
              <a:gd name="connsiteY2-6" fmla="*/ 20518 h 50221"/>
              <a:gd name="connsiteX3-7" fmla="*/ 15443 w 86049"/>
              <a:gd name="connsiteY3-8" fmla="*/ 27223 h 50221"/>
              <a:gd name="connsiteX4-9" fmla="*/ 14517 w 86049"/>
              <a:gd name="connsiteY4-10" fmla="*/ 27188 h 50221"/>
              <a:gd name="connsiteX5-11" fmla="*/ 11428 w 86049"/>
              <a:gd name="connsiteY5-12" fmla="*/ 27071 h 50221"/>
              <a:gd name="connsiteX6-13" fmla="*/ 39 w 86049"/>
              <a:gd name="connsiteY6-14" fmla="*/ 30767 h 50221"/>
              <a:gd name="connsiteX7-15" fmla="*/ 10831 w 86049"/>
              <a:gd name="connsiteY7-16" fmla="*/ 42694 h 50221"/>
              <a:gd name="connsiteX8-17" fmla="*/ 30398 w 86049"/>
              <a:gd name="connsiteY8-18" fmla="*/ 50221 h 50221"/>
              <a:gd name="connsiteX9-19" fmla="*/ 34419 w 86049"/>
              <a:gd name="connsiteY9-20" fmla="*/ 49582 h 50221"/>
              <a:gd name="connsiteX10-21" fmla="*/ 85987 w 86049"/>
              <a:gd name="connsiteY10-22" fmla="*/ 34778 h 50221"/>
              <a:gd name="connsiteX11-23" fmla="*/ 58717 w 86049"/>
              <a:gd name="connsiteY11-24" fmla="*/ 14646 h 50221"/>
              <a:gd name="connsiteX12-25" fmla="*/ 31604 w 86049"/>
              <a:gd name="connsiteY12-26" fmla="*/ 13249 h 50221"/>
              <a:gd name="connsiteX0-27" fmla="*/ 31604 w 86049"/>
              <a:gd name="connsiteY0-28" fmla="*/ 663 h 37635"/>
              <a:gd name="connsiteX1-29" fmla="*/ 28313 w 86049"/>
              <a:gd name="connsiteY1-30" fmla="*/ 5107 h 37635"/>
              <a:gd name="connsiteX2-31" fmla="*/ 23250 w 86049"/>
              <a:gd name="connsiteY2-32" fmla="*/ 7932 h 37635"/>
              <a:gd name="connsiteX3-33" fmla="*/ 15443 w 86049"/>
              <a:gd name="connsiteY3-34" fmla="*/ 14637 h 37635"/>
              <a:gd name="connsiteX4-35" fmla="*/ 14517 w 86049"/>
              <a:gd name="connsiteY4-36" fmla="*/ 14602 h 37635"/>
              <a:gd name="connsiteX5-37" fmla="*/ 11428 w 86049"/>
              <a:gd name="connsiteY5-38" fmla="*/ 14485 h 37635"/>
              <a:gd name="connsiteX6-39" fmla="*/ 39 w 86049"/>
              <a:gd name="connsiteY6-40" fmla="*/ 18181 h 37635"/>
              <a:gd name="connsiteX7-41" fmla="*/ 10831 w 86049"/>
              <a:gd name="connsiteY7-42" fmla="*/ 30108 h 37635"/>
              <a:gd name="connsiteX8-43" fmla="*/ 30398 w 86049"/>
              <a:gd name="connsiteY8-44" fmla="*/ 37635 h 37635"/>
              <a:gd name="connsiteX9-45" fmla="*/ 34419 w 86049"/>
              <a:gd name="connsiteY9-46" fmla="*/ 36996 h 37635"/>
              <a:gd name="connsiteX10-47" fmla="*/ 85987 w 86049"/>
              <a:gd name="connsiteY10-48" fmla="*/ 22192 h 37635"/>
              <a:gd name="connsiteX11-49" fmla="*/ 58717 w 86049"/>
              <a:gd name="connsiteY11-50" fmla="*/ 2060 h 37635"/>
              <a:gd name="connsiteX12-51" fmla="*/ 31604 w 86049"/>
              <a:gd name="connsiteY12-52" fmla="*/ 663 h 37635"/>
              <a:gd name="connsiteX0-53" fmla="*/ 31604 w 77695"/>
              <a:gd name="connsiteY0-54" fmla="*/ 1620 h 44988"/>
              <a:gd name="connsiteX1-55" fmla="*/ 28313 w 77695"/>
              <a:gd name="connsiteY1-56" fmla="*/ 6064 h 44988"/>
              <a:gd name="connsiteX2-57" fmla="*/ 23250 w 77695"/>
              <a:gd name="connsiteY2-58" fmla="*/ 8889 h 44988"/>
              <a:gd name="connsiteX3-59" fmla="*/ 15443 w 77695"/>
              <a:gd name="connsiteY3-60" fmla="*/ 15594 h 44988"/>
              <a:gd name="connsiteX4-61" fmla="*/ 14517 w 77695"/>
              <a:gd name="connsiteY4-62" fmla="*/ 15559 h 44988"/>
              <a:gd name="connsiteX5-63" fmla="*/ 11428 w 77695"/>
              <a:gd name="connsiteY5-64" fmla="*/ 15442 h 44988"/>
              <a:gd name="connsiteX6-65" fmla="*/ 39 w 77695"/>
              <a:gd name="connsiteY6-66" fmla="*/ 19138 h 44988"/>
              <a:gd name="connsiteX7-67" fmla="*/ 10831 w 77695"/>
              <a:gd name="connsiteY7-68" fmla="*/ 31065 h 44988"/>
              <a:gd name="connsiteX8-69" fmla="*/ 30398 w 77695"/>
              <a:gd name="connsiteY8-70" fmla="*/ 38592 h 44988"/>
              <a:gd name="connsiteX9-71" fmla="*/ 34419 w 77695"/>
              <a:gd name="connsiteY9-72" fmla="*/ 37953 h 44988"/>
              <a:gd name="connsiteX10-73" fmla="*/ 77601 w 77695"/>
              <a:gd name="connsiteY10-74" fmla="*/ 36699 h 44988"/>
              <a:gd name="connsiteX11-75" fmla="*/ 58717 w 77695"/>
              <a:gd name="connsiteY11-76" fmla="*/ 3017 h 44988"/>
              <a:gd name="connsiteX12-77" fmla="*/ 31604 w 77695"/>
              <a:gd name="connsiteY12-78" fmla="*/ 1620 h 4498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  <a:cxn ang="0">
                <a:pos x="connsiteX12-25" y="connsiteY12-26"/>
              </a:cxn>
            </a:cxnLst>
            <a:rect l="l" t="t" r="r" b="b"/>
            <a:pathLst>
              <a:path w="77695" h="44988" extrusionOk="0">
                <a:moveTo>
                  <a:pt x="31604" y="1620"/>
                </a:moveTo>
                <a:cubicBezTo>
                  <a:pt x="28122" y="1620"/>
                  <a:pt x="29705" y="4853"/>
                  <a:pt x="28313" y="6064"/>
                </a:cubicBezTo>
                <a:cubicBezTo>
                  <a:pt x="26921" y="7276"/>
                  <a:pt x="25395" y="7301"/>
                  <a:pt x="23250" y="8889"/>
                </a:cubicBezTo>
                <a:cubicBezTo>
                  <a:pt x="21105" y="10477"/>
                  <a:pt x="22697" y="15594"/>
                  <a:pt x="15443" y="15594"/>
                </a:cubicBezTo>
                <a:cubicBezTo>
                  <a:pt x="15146" y="15594"/>
                  <a:pt x="14837" y="15582"/>
                  <a:pt x="14517" y="15559"/>
                </a:cubicBezTo>
                <a:cubicBezTo>
                  <a:pt x="13445" y="15480"/>
                  <a:pt x="12413" y="15442"/>
                  <a:pt x="11428" y="15442"/>
                </a:cubicBezTo>
                <a:cubicBezTo>
                  <a:pt x="4945" y="15442"/>
                  <a:pt x="511" y="17065"/>
                  <a:pt x="39" y="19138"/>
                </a:cubicBezTo>
                <a:cubicBezTo>
                  <a:pt x="-501" y="21523"/>
                  <a:pt x="4649" y="28355"/>
                  <a:pt x="10831" y="31065"/>
                </a:cubicBezTo>
                <a:cubicBezTo>
                  <a:pt x="16017" y="33341"/>
                  <a:pt x="23339" y="38592"/>
                  <a:pt x="30398" y="38592"/>
                </a:cubicBezTo>
                <a:cubicBezTo>
                  <a:pt x="31754" y="38592"/>
                  <a:pt x="26552" y="38268"/>
                  <a:pt x="34419" y="37953"/>
                </a:cubicBezTo>
                <a:cubicBezTo>
                  <a:pt x="42286" y="37638"/>
                  <a:pt x="76300" y="54756"/>
                  <a:pt x="77601" y="36699"/>
                </a:cubicBezTo>
                <a:cubicBezTo>
                  <a:pt x="78903" y="18642"/>
                  <a:pt x="66383" y="8864"/>
                  <a:pt x="58717" y="3017"/>
                </a:cubicBezTo>
                <a:cubicBezTo>
                  <a:pt x="51051" y="-2830"/>
                  <a:pt x="43407" y="1620"/>
                  <a:pt x="31604" y="162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  <a:alpha val="463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2D385-1C5C-4B8C-A1C5-1E6FA26AB176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image" Target="../media/image1.png"/><Relationship Id="rId15" Type="http://schemas.openxmlformats.org/officeDocument/2006/relationships/hyperlink" Target="https://presentation-creation.ru/" TargetMode="Externa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6873F-BC63-4C77-8C1F-6337C0BA4F5E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2D385-1C5C-4B8C-A1C5-1E6FA26AB176}" type="slidenum">
              <a:rPr lang="ru-RU" smtClean="0"/>
            </a:fld>
            <a:endParaRPr lang="ru-RU"/>
          </a:p>
        </p:txBody>
      </p:sp>
      <p:pic>
        <p:nvPicPr>
          <p:cNvPr id="7" name="Рисунок 6">
            <a:hlinkClick r:id="rId15"/>
          </p:cNvPr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342808" y="-639945"/>
            <a:ext cx="757762" cy="7577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jpe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7385" y="987425"/>
            <a:ext cx="10515600" cy="1325563"/>
          </a:xfrm>
        </p:spPr>
        <p:txBody>
          <a:bodyPr>
            <a:normAutofit/>
          </a:bodyPr>
          <a:lstStyle/>
          <a:p>
            <a:r>
              <a:rPr lang="en-US" sz="7200" b="1">
                <a:latin typeface="Arial Black" panose="020B0A04020102020204" charset="0"/>
                <a:cs typeface="Arial Black" panose="020B0A04020102020204" charset="0"/>
              </a:rPr>
              <a:t>Music</a:t>
            </a:r>
            <a:r>
              <a:rPr lang="ru-RU" altLang="en-US" sz="7200" b="1">
                <a:latin typeface="Arial Black" panose="020B0A04020102020204" charset="0"/>
                <a:cs typeface="Arial Black" panose="020B0A04020102020204" charset="0"/>
              </a:rPr>
              <a:t> - </a:t>
            </a:r>
            <a:r>
              <a:rPr lang="en-US" sz="7200" b="1">
                <a:latin typeface="Arial Black" panose="020B0A04020102020204" charset="0"/>
                <a:cs typeface="Arial Black" panose="020B0A04020102020204" charset="0"/>
              </a:rPr>
              <a:t>shit_talking</a:t>
            </a:r>
            <a:endParaRPr lang="en-US" sz="7200" b="1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610735"/>
            <a:ext cx="10515600" cy="4351338"/>
          </a:xfrm>
        </p:spPr>
        <p:txBody>
          <a:bodyPr/>
          <a:lstStyle/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Участники: Вдовин Александр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Руководитель: Яковлев Дмитрий Николаевич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sz="2000">
                <a:latin typeface="Arial Black" panose="020B0A04020102020204" charset="0"/>
                <a:cs typeface="Arial Black" panose="020B0A04020102020204" charset="0"/>
              </a:rPr>
              <a:t>ГБОУ СОШ №4 г.о. Чапаевск</a:t>
            </a:r>
            <a:endParaRPr lang="ru-RU" sz="20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</a:rPr>
              <a:t>Цель проекта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2400">
                <a:latin typeface="Arial Black" panose="020B0A04020102020204" charset="0"/>
                <a:cs typeface="Arial Black" panose="020B0A04020102020204" charset="0"/>
              </a:rPr>
              <a:t>Создать </a:t>
            </a:r>
            <a:r>
              <a:rPr lang="ru-RU" sz="2400">
                <a:latin typeface="Arial Black" panose="020B0A04020102020204" charset="0"/>
                <a:cs typeface="Arial Black" panose="020B0A04020102020204" charset="0"/>
              </a:rPr>
              <a:t>приложение, которое сможет генерировать музыку по фильтрам и запросам пользователя.</a:t>
            </a:r>
            <a:endParaRPr lang="ru-RU" sz="240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Arial Black" panose="020B0A04020102020204" charset="0"/>
                <a:cs typeface="Arial Black" panose="020B0A04020102020204" charset="0"/>
              </a:rPr>
              <a:t>Архитектура проекта 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🖥</a:t>
            </a:r>
            <a:endParaRPr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0065" y="1597660"/>
            <a:ext cx="10515600" cy="4351338"/>
          </a:xfrm>
        </p:spPr>
        <p:txBody>
          <a:bodyPr>
            <a:normAutofit/>
          </a:bodyPr>
          <a:lstStyle/>
          <a:p>
            <a:r>
              <a:rPr sz="1780">
                <a:latin typeface="Arial Black" panose="020B0A04020102020204" charset="0"/>
                <a:cs typeface="Arial Black" panose="020B0A04020102020204" charset="0"/>
              </a:rPr>
              <a:t>- </a:t>
            </a:r>
            <a:r>
              <a:rPr lang="en-US" sz="1780">
                <a:latin typeface="Arial Black" panose="020B0A04020102020204" charset="0"/>
                <a:cs typeface="Arial Black" panose="020B0A04020102020204" charset="0"/>
              </a:rPr>
              <a:t>PyQt5</a:t>
            </a:r>
            <a:endParaRPr lang="en-US"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en-US" sz="1780">
                <a:latin typeface="Arial Black" panose="020B0A04020102020204" charset="0"/>
                <a:cs typeface="Arial Black" panose="020B0A04020102020204" charset="0"/>
              </a:rPr>
              <a:t>- </a:t>
            </a:r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ИИ модель </a:t>
            </a:r>
            <a:r>
              <a:rPr lang="en-US" altLang="en-US" sz="1780">
                <a:latin typeface="Arial Black" panose="020B0A04020102020204" charset="0"/>
                <a:cs typeface="Arial Black" panose="020B0A04020102020204" charset="0"/>
              </a:rPr>
              <a:t>MusicGen-small</a:t>
            </a:r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, которая поддерживает генерацию 4-х тактных лупов.</a:t>
            </a:r>
            <a:endParaRPr lang="en-US" altLang="en-US"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- </a:t>
            </a:r>
            <a:r>
              <a:rPr lang="en-US" altLang="en-US" sz="1780">
                <a:latin typeface="Arial Black" panose="020B0A04020102020204" charset="0"/>
                <a:cs typeface="Arial Black" panose="020B0A04020102020204" charset="0"/>
              </a:rPr>
              <a:t>SciPy </a:t>
            </a:r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и </a:t>
            </a:r>
            <a:r>
              <a:rPr lang="en-US" altLang="ru-RU" sz="1780">
                <a:latin typeface="Arial Black" panose="020B0A04020102020204" charset="0"/>
                <a:cs typeface="Arial Black" panose="020B0A04020102020204" charset="0"/>
              </a:rPr>
              <a:t>numpy</a:t>
            </a:r>
            <a:r>
              <a:rPr lang="en-US" altLang="en-US" sz="1780">
                <a:latin typeface="Arial Black" panose="020B0A04020102020204" charset="0"/>
                <a:cs typeface="Arial Black" panose="020B0A04020102020204" charset="0"/>
              </a:rPr>
              <a:t> </a:t>
            </a:r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отвечающая за обработку аудио (мастеринг)</a:t>
            </a:r>
            <a:endParaRPr lang="ru-RU" altLang="en-US" sz="1780">
              <a:latin typeface="Arial Black" panose="020B0A04020102020204" charset="0"/>
              <a:cs typeface="Arial Black" panose="020B0A04020102020204" charset="0"/>
            </a:endParaRPr>
          </a:p>
          <a:p>
            <a:r>
              <a:rPr lang="ru-RU" altLang="en-US" sz="1780">
                <a:latin typeface="Arial Black" panose="020B0A04020102020204" charset="0"/>
                <a:cs typeface="Arial Black" panose="020B0A04020102020204" charset="0"/>
              </a:rPr>
              <a:t>- Форматы упаковки </a:t>
            </a:r>
            <a:r>
              <a:rPr lang="en-US" altLang="en-US" sz="1780">
                <a:latin typeface="Arial Black" panose="020B0A04020102020204" charset="0"/>
                <a:cs typeface="Arial Black" panose="020B0A04020102020204" charset="0"/>
              </a:rPr>
              <a:t>WAV/ZIP</a:t>
            </a:r>
            <a:endParaRPr lang="en-US" altLang="en-US" sz="178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en-US">
                <a:latin typeface="Arial Black" panose="020B0A04020102020204" charset="0"/>
                <a:cs typeface="Arial Black" panose="020B0A04020102020204" charset="0"/>
              </a:rPr>
              <a:t>Как работает</a:t>
            </a:r>
            <a:endParaRPr lang="ru-RU" alt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1. Пользователь вводит описание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2. Текст отправляется модели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3. Модель генерирует звук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4. Трек сохраняется как WAV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5. Можно слушать и скачивать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endParaRPr lang="ru-RU">
              <a:latin typeface="Arial Black" panose="020B0A04020102020204" charset="0"/>
              <a:cs typeface="Arial Black" panose="020B0A04020102020204" charset="0"/>
              <a:sym typeface="+mn-ea"/>
            </a:endParaRPr>
          </a:p>
        </p:txBody>
      </p:sp>
      <p:pic>
        <p:nvPicPr>
          <p:cNvPr id="4" name="Изображение 3" descr="2027575f-796c-487c-9293-7f7c5c863bd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53095" y="812165"/>
            <a:ext cx="3610610" cy="2616200"/>
          </a:xfrm>
          <a:prstGeom prst="rect">
            <a:avLst/>
          </a:prstGeom>
        </p:spPr>
      </p:pic>
      <p:pic>
        <p:nvPicPr>
          <p:cNvPr id="5" name="Изображение 4" descr="7cd6bb7a-5e4d-4713-96b7-532308ea1bea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9480" y="3663315"/>
            <a:ext cx="2574925" cy="16452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Arial Black" panose="020B0A04020102020204" charset="0"/>
                <a:cs typeface="Arial Black" panose="020B0A04020102020204" charset="0"/>
              </a:rPr>
              <a:t>Технологии</a:t>
            </a:r>
            <a:endParaRPr lang="ru-RU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PyQt</a:t>
            </a:r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5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— интерфейс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MusicGen — генератор музыки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NumPy / SciPy — звук</a:t>
            </a:r>
            <a:endParaRPr lang="ru-RU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>
                <a:latin typeface="Arial Black" panose="020B0A04020102020204" charset="0"/>
                <a:cs typeface="Arial Black" panose="020B0A04020102020204" charset="0"/>
              </a:rPr>
              <a:t>Интерфейс	</a:t>
            </a:r>
            <a:endParaRPr lang="ru-RU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Поле ввода текста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en-US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Выбор длины трека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en-US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Кнопка генерации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en-US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Проигрыватель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en-US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Кнопка скачивания</a:t>
            </a:r>
            <a:endParaRPr lang="en-US">
              <a:latin typeface="Arial Black" panose="020B0A04020102020204" charset="0"/>
              <a:cs typeface="Arial Black" panose="020B0A04020102020204" charset="0"/>
            </a:endParaRPr>
          </a:p>
        </p:txBody>
      </p:sp>
      <p:pic>
        <p:nvPicPr>
          <p:cNvPr id="4" name="Изображение 3" descr="524710280371549367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0630" y="2004060"/>
            <a:ext cx="4872355" cy="39941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ru-RU" altLang="en-US">
                <a:latin typeface="Arial Black" panose="020B0A04020102020204" charset="0"/>
                <a:cs typeface="Arial Black" panose="020B0A04020102020204" charset="0"/>
              </a:rPr>
              <a:t>Планы развития</a:t>
            </a:r>
            <a:endParaRPr lang="ru-RU" altLang="en-US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Замещающее содержимое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Отдельные инструменты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Улучшение качества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Telegram Mini App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Жанры и настроение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r>
              <a:rPr lang="ru-RU">
                <a:latin typeface="Arial Black" panose="020B0A04020102020204" charset="0"/>
                <a:cs typeface="Arial Black" panose="020B0A04020102020204" charset="0"/>
                <a:sym typeface="+mn-ea"/>
              </a:rPr>
              <a:t>-</a:t>
            </a:r>
            <a:r>
              <a:rPr>
                <a:latin typeface="Arial Black" panose="020B0A04020102020204" charset="0"/>
                <a:cs typeface="Arial Black" panose="020B0A04020102020204" charset="0"/>
                <a:sym typeface="+mn-ea"/>
              </a:rPr>
              <a:t> Веб-версия</a:t>
            </a:r>
            <a:endParaRPr>
              <a:latin typeface="Arial Black" panose="020B0A04020102020204" charset="0"/>
              <a:cs typeface="Arial Black" panose="020B0A04020102020204" charset="0"/>
              <a:sym typeface="+mn-ea"/>
            </a:endParaRPr>
          </a:p>
          <a:p>
            <a:endParaRPr lang="ru-RU" altLang="en-US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Заголовок 9"/>
          <p:cNvSpPr txBox="1"/>
          <p:nvPr/>
        </p:nvSpPr>
        <p:spPr>
          <a:xfrm>
            <a:off x="3335020" y="1806575"/>
            <a:ext cx="5521960" cy="3244215"/>
          </a:xfrm>
          <a:prstGeom prst="rect">
            <a:avLst/>
          </a:prstGeom>
          <a:effectLst>
            <a:outerShdw blurRad="50800" dist="38100" dir="5400000" algn="t" rotWithShape="0">
              <a:schemeClr val="accent4">
                <a:lumMod val="50000"/>
                <a:alpha val="40000"/>
              </a:schemeClr>
            </a:outerShdw>
          </a:effectLst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altLang="ru-RU" sz="7200" b="1" dirty="0">
                <a:solidFill>
                  <a:schemeClr val="bg1">
                    <a:lumMod val="95000"/>
                  </a:schemeClr>
                </a:solidFill>
                <a:latin typeface="Arial Black" panose="020B0A04020102020204" charset="0"/>
                <a:cs typeface="Arial Black" panose="020B0A04020102020204" charset="0"/>
              </a:rPr>
              <a:t>Спасибо за внимание</a:t>
            </a:r>
            <a:endParaRPr lang="ru-RU" altLang="ru-RU" sz="7200" b="1" dirty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17" name="Текст 11"/>
          <p:cNvSpPr txBox="1"/>
          <p:nvPr/>
        </p:nvSpPr>
        <p:spPr>
          <a:xfrm>
            <a:off x="2608499" y="887171"/>
            <a:ext cx="6975002" cy="1705729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sz="1600" dirty="0">
              <a:solidFill>
                <a:schemeClr val="bg1">
                  <a:lumMod val="95000"/>
                </a:schemeClr>
              </a:solidFill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856</Words>
  <Application>WPS Presentation</Application>
  <PresentationFormat>Широкоэкранный</PresentationFormat>
  <Paragraphs>51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9" baseType="lpstr">
      <vt:lpstr>Arial</vt:lpstr>
      <vt:lpstr>SimSun</vt:lpstr>
      <vt:lpstr>Wingdings</vt:lpstr>
      <vt:lpstr>Arial Black</vt:lpstr>
      <vt:lpstr>Calibri</vt:lpstr>
      <vt:lpstr>Microsoft YaHei</vt:lpstr>
      <vt:lpstr>Arial Unicode MS</vt:lpstr>
      <vt:lpstr>Calibri Light</vt:lpstr>
      <vt:lpstr>Gotham Pro Black</vt:lpstr>
      <vt:lpstr>Times New Roman</vt:lpstr>
      <vt:lpstr>Тема Office</vt:lpstr>
      <vt:lpstr>Music_this’s_shit_talk</vt:lpstr>
      <vt:lpstr>Цель проекта</vt:lpstr>
      <vt:lpstr>Архитектура проекта 🖥</vt:lpstr>
      <vt:lpstr>Как работает</vt:lpstr>
      <vt:lpstr>Технологии</vt:lpstr>
      <vt:lpstr>Интерфейс	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Минимализм темный, шаблон презентации с сайта presentation-creation.ru</dc:title>
  <dc:creator>User Obstinate</dc:creator>
  <cp:lastModifiedBy>Александр Вдови�</cp:lastModifiedBy>
  <cp:revision>16</cp:revision>
  <dcterms:created xsi:type="dcterms:W3CDTF">2024-11-04T08:17:00Z</dcterms:created>
  <dcterms:modified xsi:type="dcterms:W3CDTF">2025-11-24T16:05:07Z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1141ABC5BD634C7C9B17BEBDB35FCBC0_13</vt:lpwstr>
  </property>
  <property fmtid="{D5CDD505-2E9C-101B-9397-08002B2CF9AE}" pid="3" name="KSOProductBuildVer">
    <vt:lpwstr>1049-12.2.0.23131</vt:lpwstr>
  </property>
</Properties>
</file>